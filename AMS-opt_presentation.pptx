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Implementation: get_netlist_to_SG.py</a:t>
            </a:r>
          </a:p>
          <a:p>
            <a:r>
              <a:t>MOS: dev:Mx, term:Mx:D/G/S, net:&lt;name&gt;.</a:t>
            </a:r>
          </a:p>
          <a:p>
            <a:r>
              <a:t>Non-MOS: dev:&lt;name&gt; directly connected to net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scripts/transform_fun_graph.py</a:t>
            </a:r>
          </a:p>
          <a:p>
            <a:r>
              <a:t>Performance variants: -ambiguous, -trade-off, -directly-proportional</a:t>
            </a:r>
          </a:p>
          <a:p>
            <a:r>
              <a:t>Parameter variants: -directly-proportional, -inversely-proportional</a:t>
            </a:r>
          </a:p>
          <a:p>
            <a:r>
              <a:t>Links are rewritten to relation-conditioned variant endpoints; relation label becomes 'connects'.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scripts/combine_graphs.py</a:t>
            </a:r>
          </a:p>
          <a:p>
            <a:r>
              <a:t>Merging strategy: functional nodes first, then overlay structural nodes (struct attrs win).</a:t>
            </a:r>
          </a:p>
          <a:p>
            <a:r>
              <a:t>Device-to-parameter links are created if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scripts/comb_graph_to_gnn.py</a:t>
            </a:r>
          </a:p>
          <a:p>
            <a:r>
              <a:t>Feature layout: 6(type) + 4(subcat) + meaning_dim.</a:t>
            </a:r>
          </a:p>
          <a:p>
            <a:r>
              <a:t>Meaning dim is sized as max(perf_dim_max + sub_dim_max, 4).</a:t>
            </a:r>
          </a:p>
          <a:p>
            <a:r>
              <a:t>Performance 'Gain-trade-off' sets subcat slot but meaning uses 'Gain'.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gnn_training/models/gin_model.py</a:t>
            </a:r>
          </a:p>
          <a:p>
            <a:r>
              <a:t>GINConv: h' = MLP((1+ε)h + A·h)</a:t>
            </a:r>
          </a:p>
          <a:p>
            <a:r>
              <a:t>Readout: mean(h_nodes) then MLP to embedding_dim.</a:t>
            </a:r>
          </a:p>
          <a:p>
            <a:r>
              <a:t>ProjectionHead: 2-layer MLP to projection_dim.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gnn_training/losses/nt_xent_loss.py</a:t>
            </a:r>
          </a:p>
          <a:p>
            <a:r>
              <a:t>For each anchor k: logits = [sim(z_i[k], z_j[k]), sim(z_i[k], z_j[others]), hard_neg_sims].</a:t>
            </a:r>
          </a:p>
          <a:p>
            <a:r>
              <a:t>Label is always 0 (the first logit).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negative miner lives under gnn_training/pairs/sampling.py</a:t>
            </a:r>
          </a:p>
          <a:p>
            <a:r>
              <a:t>Weighted loss: weights = 1 + hard_neg_weight * similarity_overlap.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gnn_training/losses/consistency_loss.py</a:t>
            </a:r>
          </a:p>
          <a:p>
            <a:r>
              <a:t>Margin form uses: relu(margin + dist(i,j) - sim(i,j)*max_dist).</a:t>
            </a:r>
          </a:p>
          <a:p>
            <a:r>
              <a:t>Alternative uses MSE between normalized dist and (1-sim).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AMS-opt: Analog Circuit Graph Pipeline + Contrastive GNN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Structural + Functional graphs → Combined graph → GNN embeddings</a:t>
            </a:r>
          </a:p>
          <a:p>
            <a:r>
              <a:t>Generated 2026-01-04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Represent SPICE netlists as graphs suitable for learning.</a:t>
            </a:r>
          </a:p>
          <a:p>
            <a:pPr/>
            <a:r>
              <a:t>Fuse physical connectivity with functional (KG) knowledge.</a:t>
            </a:r>
          </a:p>
          <a:p>
            <a:pPr/>
            <a:r>
              <a:t>Learn circuit-level embeddings via contrastive learning.</a:t>
            </a:r>
          </a:p>
          <a:p>
            <a:pPr/>
            <a:r>
              <a:t>Enable retrieval/cluster analysis across circuit families.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Netlist → Structural Graph (`get_netlist_to_SG.py`)</a:t>
            </a:r>
          </a:p>
          <a:p>
            <a:pPr/>
            <a:r>
              <a:t>2) LLM KG → Functional Graph, then variant expansion (`transform_fun_graph.py`)</a:t>
            </a:r>
          </a:p>
          <a:p>
            <a:pPr/>
            <a:r>
              <a:t>3) Structural + Functional → Combined Graph (`combine_graphs.py`)</a:t>
            </a:r>
          </a:p>
          <a:p>
            <a:pPr/>
            <a:r>
              <a:t>4) Combined Graph → NPZ features/adjacency (`comb_graph_to_gnn.py`)</a:t>
            </a:r>
          </a:p>
          <a:p>
            <a:pPr/>
            <a:r>
              <a:t>5) Contrastive GNN training (`gnn_training/scripts/train.py`)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Graph (Stage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Nodes: devices, terminals, nets.</a:t>
            </a:r>
          </a:p>
          <a:p>
            <a:pPr/>
            <a:r>
              <a:t>MOS is abstracted as device + (D,G,S) terminal nodes.</a:t>
            </a:r>
          </a:p>
          <a:p>
            <a:pPr/>
            <a:r>
              <a:t>Edges: device→terminal and terminal→net (MOS); device→net (generic).</a:t>
            </a:r>
          </a:p>
          <a:p>
            <a:pPr/>
            <a:r>
              <a:t>Output: `str_graph.json`.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/ Knowledge Graph (Stage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Nodes: performance metrics, substructures, parameters.</a:t>
            </a:r>
          </a:p>
          <a:p>
            <a:pPr/>
            <a:r>
              <a:t>Edges: relations like directly-proportional / trade-off / belongs-to / influences.</a:t>
            </a:r>
          </a:p>
          <a:p>
            <a:pPr/>
            <a:r>
              <a:t>Variant expansion creates relation-specific nodes.</a:t>
            </a:r>
          </a:p>
          <a:p>
            <a:pPr/>
            <a:r>
              <a:t>All relations are collapsed to `connects` edges between appropriate variants.</a:t>
            </a:r>
          </a:p>
          <a:p>
            <a:pPr/>
            <a:r>
              <a:t>Output: `fun_updated.json`.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Graph Fusion (Stage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Merge nodes and deduplicated links from SG and KG.</a:t>
            </a:r>
          </a:p>
          <a:p>
            <a:pPr/>
            <a:r>
              <a:t>Add device→parameter links for MOS devices: `dev:Mk`→`W_Mk`, `L_Mk`.</a:t>
            </a:r>
          </a:p>
          <a:p>
            <a:pPr/>
            <a:r>
              <a:t>Result is a single heterogeneous graph for learning.</a:t>
            </a:r>
          </a:p>
          <a:p>
            <a:pPr/>
            <a:r>
              <a:t>Output: `comb_graph.json`.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 Feature Vector (Stage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Type + Subcategory</a:t>
            </a:r>
          </a:p>
          <a:p>
            <a:pPr lvl="1">
              <a:defRPr sz="1600"/>
            </a:pPr>
            <a:r>
              <a:t>Type one-hot (6): performance, sub-structure, parameter, net, device, terminal.</a:t>
            </a:r>
          </a:p>
          <a:p>
            <a:pPr lvl="1">
              <a:defRPr sz="1600"/>
            </a:pPr>
            <a:r>
              <a:t>Subcategory slots (4) depend on node type.</a:t>
            </a:r>
          </a:p>
          <a:p>
            <a:pPr lvl="1">
              <a:defRPr sz="1600"/>
            </a:pPr>
            <a:r>
              <a:t>Examples: performance {orig, ambiguous, trade-off, directly-prop}</a:t>
            </a:r>
          </a:p>
          <a:p>
            <a:pPr lvl="1">
              <a:defRPr sz="1600"/>
            </a:pPr>
            <a:r>
              <a:t>parameter {orig, directly-prop, inversely-prop, unused}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4630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/>
            </a:pPr>
            <a:r>
              <a:t>Meaning Block</a:t>
            </a:r>
          </a:p>
          <a:p>
            <a:pPr lvl="1">
              <a:defRPr sz="1600"/>
            </a:pPr>
            <a:r>
              <a:t>Concatenated blocks: [perf meaning | substructure meaning].</a:t>
            </a:r>
          </a:p>
          <a:p>
            <a:pPr lvl="1">
              <a:defRPr sz="1600"/>
            </a:pPr>
            <a:r>
              <a:t>Perf uses base metric (variants map to base).</a:t>
            </a:r>
          </a:p>
          <a:p>
            <a:pPr lvl="1">
              <a:defRPr sz="1600"/>
            </a:pPr>
            <a:r>
              <a:t>Substructure IDs are normalized to canonical names.</a:t>
            </a:r>
          </a:p>
          <a:p>
            <a:pPr lvl="1">
              <a:defRPr sz="1600"/>
            </a:pPr>
            <a:r>
              <a:t>Produces `comb_graph_gnn.npz` + meta 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Encoder: multi-layer GIN (sum aggregation + MLP).</a:t>
            </a:r>
          </a:p>
          <a:p>
            <a:pPr/>
            <a:r>
              <a:t>Readout: mean pooling over nodes → graph embedding.</a:t>
            </a:r>
          </a:p>
          <a:p>
            <a:pPr/>
            <a:r>
              <a:t>Projection head: MLP for contrastive loss.</a:t>
            </a:r>
          </a:p>
          <a:p>
            <a:pPr/>
            <a:r>
              <a:t>Outputs: embedding (encoder) and projection (used in loss).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Contrastive Objective: NT-Xent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Anchor z_i should match its positive z_j (same circuit, perturbed).</a:t>
            </a:r>
          </a:p>
          <a:p>
            <a:pPr/>
            <a:r>
              <a:t>Negatives: other positives in the batch; optional hard negatives.</a:t>
            </a:r>
          </a:p>
          <a:p>
            <a:pPr/>
            <a:r>
              <a:t>Similarity: cosine(z_i, z_j) / temperature.</a:t>
            </a:r>
          </a:p>
          <a:p>
            <a:pPr/>
            <a:r>
              <a:t>Loss: cross-entropy where the positive logit is the correct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 Negatives (Overlap-Based)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Mine negatives among circuits with non-zero substructure overlap.</a:t>
            </a:r>
          </a:p>
          <a:p>
            <a:pPr/>
            <a:r>
              <a:t>Weighted NT-Xent can upweight high-overlap negatives.</a:t>
            </a:r>
          </a:p>
          <a:p>
            <a:pPr/>
            <a:r>
              <a:t>This pushes apart circuits that look structurally similar.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Loss (Batch Similarity)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Compute pairwise circuit similarity matrix sim[i,j] ∈ [0,1] from substructure overlap.</a:t>
            </a:r>
          </a:p>
          <a:p>
            <a:pPr/>
            <a:r>
              <a:t>Encourage embedding distances to respect similarity structure.</a:t>
            </a:r>
          </a:p>
          <a:p>
            <a:pPr/>
            <a:r>
              <a:t>Two options: margin-based hinge or MSE on normalized distances.</a:t>
            </a:r>
          </a:p>
          <a:p>
            <a:pPr/>
            <a:r>
              <a:t>Combined loss: L = L_NT-Xent + w * L_consistency.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Qualitative Results (UMAP)</a:t>
            </a:r>
          </a:p>
        </p:txBody>
      </p:sp>
      <p:pic>
        <p:nvPicPr>
          <p:cNvPr id="3" name="Picture 2" descr="umap_by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3632970"/>
          </a:xfrm>
          <a:prstGeom prst="rect">
            <a:avLst/>
          </a:prstGeom>
        </p:spPr>
      </p:pic>
      <p:pic>
        <p:nvPicPr>
          <p:cNvPr id="4" name="Picture 3" descr="umap_by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486400" cy="3862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&amp; Repro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Graphs: `str_graph.json`, `fun_updated.json`, `comb_graph.json`.</a:t>
            </a:r>
          </a:p>
          <a:p>
            <a:pPr/>
            <a:r>
              <a:t>GNN data: `comb_graph_gnn.npz` + `comb_graph_gnn_meta.json`.</a:t>
            </a:r>
          </a:p>
          <a:p>
            <a:pPr/>
            <a:r>
              <a:t>Training: configs under `gnn_training/config/`, checkpoints under `checkpoints_*`.</a:t>
            </a:r>
          </a:p>
          <a:p>
            <a:pPr/>
            <a:r>
              <a:t>Viz: `scripts/visualize_embeddings_umap.py`, interactive plot HTML.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AMS-opt: Circuit Graph Pipeline + Contrastive GNN</dc:title>
  <dc:subject/>
  <dc:creator/>
  <cp:keywords/>
  <dc:description>generated using python-pptx</dc:description>
  <cp:lastModifiedBy>Steve Canny</cp:lastModifiedBy>
  <cp:revision>1</cp:revision>
  <dcterms:created xsi:type="dcterms:W3CDTF">2026-01-04T18:39:16Z</dcterms:created>
  <dcterms:modified xsi:type="dcterms:W3CDTF">2013-01-27T09:15:58Z</dcterms:modified>
  <cp:category/>
</cp:coreProperties>
</file>